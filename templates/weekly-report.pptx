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2"/>
          <a:sy n="1" d="2"/>
        </p:scale>
        <p:origin x="0" y="0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8031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524557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46B3A08-8924-684D-96C2-CB0B81304B81}" type="datetimeFigureOut">
              <a:rPr/>
              <a:t>04/10/2026</a:t>
            </a:fld>
            <a:endParaRPr/>
          </a:p>
        </p:txBody>
      </p:sp>
      <p:sp>
        <p:nvSpPr>
          <p:cNvPr id="2294629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2880988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366542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6710065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483B4F2-5F6E-214D-BAE2-522757676EBF}" type="slidenum">
              <a:rPr/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02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802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5785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483B4F2-5F6E-214D-BAE2-522757676EB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629876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667406265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61782298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138899676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6413388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98792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21918563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14248698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40540555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6772427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874909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2462602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65357727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5102687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9158671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0246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481719312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491847630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8280215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701949532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8233302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716426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4595204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587720836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347429007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44822247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25630811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374815615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61717978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99022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661710066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2036336608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10027047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196879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848640847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25023693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261788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85456440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485257882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129062814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518168337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0760608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67279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45749220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860309320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68758301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2134973044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6736693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07110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245271870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1672212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40173678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3517825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095733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260968735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33956456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168678559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8441230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336277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55081926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335468107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402003-D037-4E2D-8FBA-173D0B0E4E96}" type="datetimeFigureOut">
              <a:rPr lang="fr-FR"/>
              <a:t>10/04/2026</a:t>
            </a:fld>
            <a:endParaRPr lang="fr-FR"/>
          </a:p>
        </p:txBody>
      </p:sp>
      <p:sp>
        <p:nvSpPr>
          <p:cNvPr id="167235948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8532680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C960C4D-8D10-4BA3-BE31-1FA0D17BF0E9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590279" name="ZoneTexte 5"/>
          <p:cNvSpPr txBox="1"/>
          <p:nvPr/>
        </p:nvSpPr>
        <p:spPr bwMode="auto">
          <a:xfrm>
            <a:off x="374711" y="1730056"/>
            <a:ext cx="5272467" cy="259439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fr-FR" sz="1050" b="1">
                <a:solidFill>
                  <a:schemeClr val="bg1"/>
                </a:solidFill>
                <a:latin typeface="Consolas"/>
                <a:ea typeface="Tahoma"/>
                <a:cs typeface="Tahoma"/>
              </a:rPr>
              <a:t>Actions de la semaine du 10</a:t>
            </a:r>
            <a:r>
              <a:rPr lang="fr-FR" sz="1100" b="1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/04/2026 au 17/04/2026</a:t>
            </a:r>
            <a:r>
              <a:rPr lang="fr-FR" sz="1050" b="1">
                <a:solidFill>
                  <a:schemeClr val="bg1"/>
                </a:solidFill>
                <a:latin typeface="Consolas"/>
                <a:ea typeface="Tahoma"/>
                <a:cs typeface="Tahoma"/>
              </a:rPr>
              <a:t>        </a:t>
            </a:r>
            <a:r>
              <a:rPr lang="fr-FR" sz="1050">
                <a:solidFill>
                  <a:schemeClr val="accent4"/>
                </a:solidFill>
                <a:latin typeface="Consolas"/>
                <a:ea typeface="Tahoma"/>
                <a:cs typeface="Tahoma"/>
              </a:rPr>
              <a:t>(Semaine N)</a:t>
            </a:r>
            <a:endParaRPr lang="fr-FR" sz="1050">
              <a:solidFill>
                <a:schemeClr val="accent4"/>
              </a:solidFill>
              <a:latin typeface="Consolas"/>
            </a:endParaRPr>
          </a:p>
        </p:txBody>
      </p:sp>
      <p:sp>
        <p:nvSpPr>
          <p:cNvPr id="931284648" name="ZoneTexte 6"/>
          <p:cNvSpPr txBox="1"/>
          <p:nvPr/>
        </p:nvSpPr>
        <p:spPr bwMode="auto">
          <a:xfrm>
            <a:off x="5829889" y="6289595"/>
            <a:ext cx="5848031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fr-FR" sz="1050" b="1">
                <a:solidFill>
                  <a:schemeClr val="bg1"/>
                </a:solidFill>
                <a:latin typeface="Consolas"/>
                <a:ea typeface="Tahoma"/>
                <a:cs typeface="Tahoma"/>
              </a:rPr>
              <a:t>Non-conformités rencontrées et Prise de décisions</a:t>
            </a:r>
            <a:endParaRPr/>
          </a:p>
        </p:txBody>
      </p:sp>
      <p:sp>
        <p:nvSpPr>
          <p:cNvPr id="1751946041" name="ZoneTexte 7"/>
          <p:cNvSpPr txBox="1"/>
          <p:nvPr/>
        </p:nvSpPr>
        <p:spPr bwMode="auto">
          <a:xfrm>
            <a:off x="5831421" y="1730056"/>
            <a:ext cx="5852278" cy="259439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fr-FR" sz="1050" b="1">
                <a:solidFill>
                  <a:schemeClr val="bg1"/>
                </a:solidFill>
                <a:latin typeface="Consolas"/>
                <a:ea typeface="Tahoma"/>
                <a:cs typeface="Tahoma"/>
              </a:rPr>
              <a:t>Actions de la semaine du </a:t>
            </a:r>
            <a:r>
              <a:rPr lang="fr-FR" sz="1100" b="1">
                <a:solidFill>
                  <a:schemeClr val="bg1"/>
                </a:solidFill>
                <a:latin typeface="Consolas"/>
                <a:ea typeface="Tahoma"/>
                <a:cs typeface="Tahoma"/>
              </a:rPr>
              <a:t>20/04/2026</a:t>
            </a:r>
            <a:r>
              <a:rPr lang="fr-FR" sz="1050" b="1">
                <a:solidFill>
                  <a:schemeClr val="bg1"/>
                </a:solidFill>
                <a:latin typeface="Consolas"/>
                <a:ea typeface="Tahoma"/>
                <a:cs typeface="Tahoma"/>
              </a:rPr>
              <a:t> au 27</a:t>
            </a:r>
            <a:r>
              <a:rPr lang="fr-FR" sz="1100" b="1">
                <a:solidFill>
                  <a:schemeClr val="bg1"/>
                </a:solidFill>
                <a:latin typeface="Consolas"/>
                <a:ea typeface="Tahoma"/>
                <a:cs typeface="Tahoma"/>
              </a:rPr>
              <a:t>/04/2026</a:t>
            </a:r>
            <a:r>
              <a:rPr lang="fr-FR" sz="1050" b="1">
                <a:solidFill>
                  <a:schemeClr val="bg1"/>
                </a:solidFill>
                <a:latin typeface="Consolas"/>
                <a:ea typeface="Tahoma"/>
                <a:cs typeface="Tahoma"/>
              </a:rPr>
              <a:t>              </a:t>
            </a:r>
            <a:r>
              <a:rPr lang="fr-FR" sz="1050">
                <a:solidFill>
                  <a:schemeClr val="accent4"/>
                </a:solidFill>
                <a:latin typeface="Consolas"/>
                <a:ea typeface="Tahoma"/>
                <a:cs typeface="Tahoma"/>
              </a:rPr>
              <a:t>(Semaine N+1)</a:t>
            </a:r>
            <a:endParaRPr/>
          </a:p>
        </p:txBody>
      </p:sp>
      <p:sp>
        <p:nvSpPr>
          <p:cNvPr id="285524122" name="ZoneTexte 9"/>
          <p:cNvSpPr txBox="1"/>
          <p:nvPr/>
        </p:nvSpPr>
        <p:spPr bwMode="auto">
          <a:xfrm flipH="0" flipV="0">
            <a:off x="375180" y="1986918"/>
            <a:ext cx="5409805" cy="314337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lvl="1" indent="-171450">
              <a:buFont typeface="Wingdings,Sans-Serif"/>
              <a:buChar char="q"/>
              <a:defRPr/>
            </a:pPr>
            <a:r>
              <a:rPr lang="fr-FR" sz="1000" b="1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[</a:t>
            </a:r>
            <a:r>
              <a:rPr lang="fr-FR" sz="1000" b="1" i="0" u="none" strike="noStrike" cap="none" spc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CERFAM</a:t>
            </a:r>
            <a:r>
              <a:rPr lang="fr-FR" sz="1000" b="1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][</a:t>
            </a:r>
            <a:r>
              <a:rPr lang="fr-FR" sz="1000" b="1" i="0" u="none" strike="noStrike" cap="none" spc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LINKS</a:t>
            </a:r>
            <a:r>
              <a:rPr lang="fr-FR" sz="1000" b="1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]</a:t>
            </a:r>
            <a:endParaRPr/>
          </a:p>
          <a:p>
            <a:pPr marL="171450" lvl="1" indent="-171450">
              <a:buFont typeface="Arial,Sans-Serif"/>
              <a:buChar char="•"/>
              <a:defRPr/>
            </a:pPr>
            <a:r>
              <a:rPr lang="fr-FR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Renommage des libellés des boutons</a:t>
            </a:r>
            <a:r>
              <a:rPr lang="fr-FR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 :</a:t>
            </a:r>
            <a:endParaRPr lang="fr-CI" sz="1000">
              <a:solidFill>
                <a:schemeClr val="accent5">
                  <a:lumMod val="50000"/>
                </a:schemeClr>
              </a:solidFill>
              <a:latin typeface="Consolas"/>
              <a:ea typeface="Calibri"/>
              <a:cs typeface="Calibri"/>
            </a:endParaRPr>
          </a:p>
          <a:p>
            <a:pPr lvl="1">
              <a:defRPr/>
            </a:pPr>
            <a:r>
              <a:rPr lang="fr-FR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« Accédez aux événements passés » → « Voir plus d’échanges »</a:t>
            </a:r>
            <a:endParaRPr lang="fr-CI" sz="1000">
              <a:solidFill>
                <a:schemeClr val="accent5">
                  <a:lumMod val="50000"/>
                </a:schemeClr>
              </a:solidFill>
              <a:latin typeface="Consolas"/>
              <a:ea typeface="Calibri"/>
              <a:cs typeface="Calibri"/>
            </a:endParaRPr>
          </a:p>
          <a:p>
            <a:pPr lvl="1">
              <a:defRPr/>
            </a:pPr>
            <a:r>
              <a:rPr lang="fr-CI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« En savoir plus » → « Voir tous les événements »</a:t>
            </a:r>
            <a:endParaRPr lang="fr-CI" sz="1000">
              <a:solidFill>
                <a:schemeClr val="accent5">
                  <a:lumMod val="50000"/>
                </a:schemeClr>
              </a:solidFill>
              <a:latin typeface="Consolas"/>
              <a:ea typeface="Calibri"/>
              <a:cs typeface="Calibri"/>
            </a:endParaRPr>
          </a:p>
          <a:p>
            <a:pPr marL="171450" lvl="1" indent="-171450">
              <a:buFont typeface="Arial,Sans-Serif"/>
              <a:buChar char="•"/>
              <a:defRPr/>
            </a:pPr>
            <a:endParaRPr lang="fr-CI" sz="10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pPr marL="171450" lvl="1" indent="-171450">
              <a:buFont typeface="Wingdings,Sans-Serif"/>
              <a:buChar char="q"/>
              <a:defRPr/>
            </a:pPr>
            <a:r>
              <a:rPr lang="fr-FR" sz="1000" b="1" i="0" u="none" strike="noStrike" cap="none" spc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[CERFAM][LINKS]</a:t>
            </a:r>
            <a:endParaRPr lang="en-US" sz="100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pPr marL="171450" lvl="1" indent="-171450">
              <a:buFont typeface="Arial,Sans-Serif"/>
              <a:buChar char="•"/>
              <a:defRPr/>
            </a:pPr>
            <a:r>
              <a:rPr lang="fr-FR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Suppression du bouton « Accédez aux événements passés » sur la page des thèmes.</a:t>
            </a:r>
            <a:endParaRPr lang="fr-CI" sz="10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pPr marL="171450" lvl="1" indent="-171450">
              <a:buFont typeface="Arial,Sans-Serif"/>
              <a:buChar char="•"/>
              <a:defRPr/>
            </a:pPr>
            <a:r>
              <a:rPr lang="fr-FR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Renommage du bouton « ÉVÉNEMENTS » en « AUTRES ÉVÉNEMENTS ».</a:t>
            </a:r>
            <a:endParaRPr lang="fr-FR" sz="1000" b="0" i="0" u="none" strike="noStrike" cap="none" spc="0">
              <a:solidFill>
                <a:schemeClr val="accent5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  <a:p>
            <a:pPr lvl="1">
              <a:defRPr/>
            </a:pPr>
            <a:endParaRPr lang="fr-FR" sz="1000" b="0" i="0" u="none" strike="noStrike" cap="none" spc="0">
              <a:solidFill>
                <a:schemeClr val="accent5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  <a:p>
            <a:pPr marL="171450" lvl="1" indent="-171450">
              <a:buFont typeface="Wingdings,Sans-Serif"/>
              <a:buChar char="q"/>
              <a:defRPr/>
            </a:pPr>
            <a:r>
              <a:rPr lang="fr-FR" sz="1000" b="1" i="0" u="none" strike="noStrike" cap="none" spc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[CERFAM][LINKS]</a:t>
            </a:r>
            <a:endParaRPr sz="10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pPr marL="171450" lvl="1" indent="-171450">
              <a:buFont typeface="Arial,Sans-Serif"/>
              <a:buChar char="•"/>
              <a:defRPr/>
            </a:pPr>
            <a:r>
              <a:rPr lang="fr-FR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Développement des APIs de modification, désactivation et suppression d’un événement côté backend.</a:t>
            </a:r>
            <a:endParaRPr lang="fr-FR" sz="1000" b="0" i="0" u="none" strike="noStrike" cap="none" spc="0">
              <a:solidFill>
                <a:schemeClr val="accent5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  <a:p>
            <a:pPr lvl="1">
              <a:defRPr/>
            </a:pPr>
            <a:endParaRPr lang="fr-FR" sz="1000" b="0" i="0" u="none" strike="noStrike" cap="none" spc="0">
              <a:solidFill>
                <a:schemeClr val="accent5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  <a:p>
            <a:pPr marL="171450" lvl="1" indent="-171450">
              <a:buFont typeface="Wingdings,Sans-Serif"/>
              <a:buChar char="q"/>
              <a:defRPr/>
            </a:pPr>
            <a:r>
              <a:rPr lang="fr-FR" sz="1000" b="1" i="0" u="none" strike="noStrike" cap="none" spc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[CERFAM][LINKS]</a:t>
            </a:r>
            <a:endParaRPr sz="10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pPr marL="171450" lvl="1" indent="-171450">
              <a:buFont typeface="Arial,Sans-Serif"/>
              <a:buChar char="•"/>
              <a:defRPr/>
            </a:pPr>
            <a:r>
              <a:rPr lang="fr-FR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Intégration des APIs de modification, désactivation et suppression d’un événement côté frontend.</a:t>
            </a:r>
            <a:endParaRPr lang="fr-FR" sz="1000" b="0" i="0" u="none" strike="noStrike" cap="none" spc="0">
              <a:solidFill>
                <a:schemeClr val="accent5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endParaRPr lang="fr-FR" sz="1000" b="0" i="0" u="none" strike="noStrike" cap="none" spc="0">
              <a:solidFill>
                <a:schemeClr val="accent5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171450" lvl="1" indent="-171450">
              <a:buFont typeface="Wingdings,Sans-Serif"/>
              <a:buChar char="q"/>
              <a:defRPr/>
            </a:pPr>
            <a:r>
              <a:rPr lang="fr-FR" sz="1000" b="1" i="0" u="none" strike="noStrike" cap="none" spc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[CERFAM][LINKS]</a:t>
            </a:r>
            <a:endParaRPr sz="10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pPr marL="171450" lvl="1" indent="-171450">
              <a:buFont typeface="Arial,Sans-Serif"/>
              <a:buChar char="•"/>
              <a:defRPr/>
            </a:pPr>
            <a:r>
              <a:rPr lang="fr-FR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Tests des APIs du dashboard via Postman.</a:t>
            </a:r>
            <a:endParaRPr sz="1000"/>
          </a:p>
        </p:txBody>
      </p:sp>
      <p:sp>
        <p:nvSpPr>
          <p:cNvPr id="1633425651" name="ZoneTexte 11"/>
          <p:cNvSpPr txBox="1"/>
          <p:nvPr/>
        </p:nvSpPr>
        <p:spPr bwMode="auto">
          <a:xfrm>
            <a:off x="5839352" y="6547394"/>
            <a:ext cx="5830756" cy="2616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lvl="1" indent="-171450">
              <a:buFont typeface="Wingdings,Sans-Serif"/>
              <a:buChar char="q"/>
              <a:defRPr/>
            </a:pPr>
            <a:r>
              <a:rPr lang="fr-FR" sz="1050" b="1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RAS</a:t>
            </a:r>
            <a:endParaRPr lang="fr-FR" sz="105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1687042106" name="Titre 1"/>
          <p:cNvSpPr txBox="1"/>
          <p:nvPr/>
        </p:nvSpPr>
        <p:spPr bwMode="auto">
          <a:xfrm>
            <a:off x="379895" y="651879"/>
            <a:ext cx="11286093" cy="1065778"/>
          </a:xfrm>
          <a:prstGeom prst="rect">
            <a:avLst/>
          </a:prstGeom>
          <a:solidFill>
            <a:srgbClr val="01C853"/>
          </a:solidFill>
          <a:ln>
            <a:solidFill>
              <a:srgbClr val="000000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 sz="1400" b="1">
                <a:solidFill>
                  <a:schemeClr val="bg1"/>
                </a:solidFill>
                <a:latin typeface="Consolas"/>
                <a:ea typeface="Segoe UI"/>
                <a:cs typeface="Segoe UI"/>
              </a:rPr>
              <a:t>Département</a:t>
            </a:r>
            <a:r>
              <a:rPr lang="fr-FR" sz="1400">
                <a:solidFill>
                  <a:schemeClr val="bg1"/>
                </a:solidFill>
                <a:latin typeface="Consolas"/>
                <a:ea typeface="Segoe UI"/>
                <a:cs typeface="Segoe UI"/>
              </a:rPr>
              <a:t> : </a:t>
            </a:r>
            <a:r>
              <a:rPr lang="fr-FR" sz="1400" b="0" i="0" u="none" strike="noStrike" cap="none" spc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Développement</a:t>
            </a:r>
            <a:br>
              <a:rPr lang="fr-FR" sz="1400">
                <a:latin typeface="Consolas"/>
                <a:ea typeface="Segoe UI"/>
                <a:cs typeface="Segoe UI"/>
              </a:rPr>
            </a:br>
            <a:endParaRPr lang="fr-FR" sz="1400">
              <a:solidFill>
                <a:schemeClr val="bg1"/>
              </a:solidFill>
              <a:latin typeface="Consolas"/>
              <a:ea typeface="Segoe UI"/>
              <a:cs typeface="Segoe UI"/>
            </a:endParaRPr>
          </a:p>
          <a:p>
            <a:pPr algn="l">
              <a:defRPr/>
            </a:pPr>
            <a:r>
              <a:rPr lang="fr-FR" sz="1400" b="1">
                <a:solidFill>
                  <a:schemeClr val="bg1"/>
                </a:solidFill>
                <a:latin typeface="Consolas"/>
                <a:ea typeface="Segoe UI"/>
                <a:cs typeface="Segoe UI"/>
              </a:rPr>
              <a:t>Intervenant(s) </a:t>
            </a:r>
            <a:r>
              <a:rPr lang="fr-FR" sz="1400">
                <a:solidFill>
                  <a:schemeClr val="bg1"/>
                </a:solidFill>
                <a:latin typeface="Consolas"/>
                <a:ea typeface="Segoe UI"/>
                <a:cs typeface="Segoe UI"/>
              </a:rPr>
              <a:t>: </a:t>
            </a:r>
            <a:r>
              <a:rPr lang="fr-FR" sz="1400" b="0" i="0" u="none" strike="noStrike" cap="none" spc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COULIBALY Kemogoha Abdoulaye</a:t>
            </a:r>
            <a:br>
              <a:rPr lang="fr-FR" sz="1400">
                <a:latin typeface="Consolas"/>
                <a:ea typeface="Segoe UI"/>
                <a:cs typeface="Segoe UI"/>
              </a:rPr>
            </a:br>
            <a:endParaRPr lang="fr-FR" sz="1400">
              <a:solidFill>
                <a:schemeClr val="bg1"/>
              </a:solidFill>
              <a:latin typeface="Consolas"/>
              <a:ea typeface="Segoe UI"/>
              <a:cs typeface="Segoe UI"/>
            </a:endParaRPr>
          </a:p>
          <a:p>
            <a:pPr algn="l">
              <a:defRPr/>
            </a:pPr>
            <a:r>
              <a:rPr lang="fr-FR" sz="1400" b="1">
                <a:solidFill>
                  <a:schemeClr val="bg1"/>
                </a:solidFill>
                <a:latin typeface="Consolas"/>
                <a:cs typeface="Segoe UI"/>
              </a:rPr>
              <a:t>Comité Direction </a:t>
            </a:r>
            <a:r>
              <a:rPr lang="fr-FR" sz="1400">
                <a:solidFill>
                  <a:schemeClr val="bg1"/>
                </a:solidFill>
                <a:latin typeface="Consolas"/>
                <a:ea typeface="Segoe UI"/>
                <a:cs typeface="Segoe UI"/>
              </a:rPr>
              <a:t>: 17/04/2026</a:t>
            </a:r>
            <a:endParaRPr lang="fr-FR" sz="1400">
              <a:solidFill>
                <a:schemeClr val="bg1"/>
              </a:solidFill>
              <a:latin typeface="Consolas"/>
              <a:ea typeface="Calibri Light"/>
              <a:cs typeface="Calibri Light"/>
            </a:endParaRPr>
          </a:p>
        </p:txBody>
      </p:sp>
      <p:sp>
        <p:nvSpPr>
          <p:cNvPr id="628691542" name="ZoneTexte 10"/>
          <p:cNvSpPr txBox="1"/>
          <p:nvPr/>
        </p:nvSpPr>
        <p:spPr bwMode="auto">
          <a:xfrm>
            <a:off x="5835046" y="1990215"/>
            <a:ext cx="5849921" cy="548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lvl="1" indent="-171450">
              <a:buFont typeface="Wingdings,Sans-Serif"/>
              <a:buChar char="q"/>
              <a:defRPr/>
            </a:pPr>
            <a:r>
              <a:rPr lang="fr-FR" sz="1000" b="1" i="0" u="none" strike="noStrike" cap="none" spc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[CERFAM][LINKS]</a:t>
            </a:r>
            <a:endParaRPr lang="en-US" sz="10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pPr marL="171450" lvl="1" indent="-171450">
              <a:buFont typeface="Arial,Sans-Serif"/>
              <a:buChar char="•"/>
              <a:defRPr/>
            </a:pPr>
            <a:r>
              <a:rPr lang="fr-FR" sz="10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Intégration des APIs du dashboard côté frontend.</a:t>
            </a:r>
            <a:endParaRPr/>
          </a:p>
          <a:p>
            <a:pPr lvl="1">
              <a:defRPr/>
            </a:pPr>
            <a:endParaRPr lang="fr-CI" sz="1000">
              <a:solidFill>
                <a:schemeClr val="accent5">
                  <a:lumMod val="50000"/>
                </a:schemeClr>
              </a:solidFill>
              <a:latin typeface="Consolas"/>
              <a:ea typeface="Calibri"/>
              <a:cs typeface="Calibri"/>
            </a:endParaRPr>
          </a:p>
        </p:txBody>
      </p:sp>
      <p:pic>
        <p:nvPicPr>
          <p:cNvPr id="298038833" name="Image 2" descr="Une image contenant Graphique, Police, graphisme, capture d’écran&#10;&#10;Le contenu généré par l’IA peut êtr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9387" y="156272"/>
            <a:ext cx="2451748" cy="4095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SORO, Moussa</dc:creator>
  <cp:lastModifiedBy/>
  <cp:revision>87</cp:revision>
  <dcterms:created xsi:type="dcterms:W3CDTF">2014-07-04T16:31:51Z</dcterms:created>
  <dcterms:modified xsi:type="dcterms:W3CDTF">2026-04-17T17:17:14Z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623812b-91d3-47e4-90bc-da46846972f5_Enabled">
    <vt:lpwstr>true</vt:lpwstr>
  </property>
  <property fmtid="{D5CDD505-2E9C-101B-9397-08002B2CF9AE}" pid="3" name="MSIP_Label_d623812b-91d3-47e4-90bc-da46846972f5_SetDate">
    <vt:lpwstr>2025-01-08T11:16:36Z</vt:lpwstr>
  </property>
  <property fmtid="{D5CDD505-2E9C-101B-9397-08002B2CF9AE}" pid="4" name="MSIP_Label_d623812b-91d3-47e4-90bc-da46846972f5_Method">
    <vt:lpwstr>Standard</vt:lpwstr>
  </property>
  <property fmtid="{D5CDD505-2E9C-101B-9397-08002B2CF9AE}" pid="5" name="MSIP_Label_d623812b-91d3-47e4-90bc-da46846972f5_Name">
    <vt:lpwstr>Publique</vt:lpwstr>
  </property>
  <property fmtid="{D5CDD505-2E9C-101B-9397-08002B2CF9AE}" pid="6" name="MSIP_Label_d623812b-91d3-47e4-90bc-da46846972f5_SiteId">
    <vt:lpwstr>1c62c9e7-0f2a-4450-abc0-1fc57917e4e3</vt:lpwstr>
  </property>
  <property fmtid="{D5CDD505-2E9C-101B-9397-08002B2CF9AE}" pid="7" name="MSIP_Label_d623812b-91d3-47e4-90bc-da46846972f5_ActionId">
    <vt:lpwstr>be581324-3dc0-4102-80d1-79db81ca6bca</vt:lpwstr>
  </property>
  <property fmtid="{D5CDD505-2E9C-101B-9397-08002B2CF9AE}" pid="8" name="MSIP_Label_d623812b-91d3-47e4-90bc-da46846972f5_ContentBits">
    <vt:lpwstr>0</vt:lpwstr>
  </property>
</Properties>
</file>